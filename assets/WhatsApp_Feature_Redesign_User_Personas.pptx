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811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dirty="0"/>
              <a:t>User Persona – Haritha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/>
              <a:t>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rPr dirty="0"/>
              <a:t>32 | Female</a:t>
            </a:r>
            <a:br>
              <a:rPr dirty="0"/>
            </a:br>
            <a:r>
              <a:rPr dirty="0"/>
              <a:t>Petrol Bunk Service Provider</a:t>
            </a:r>
            <a:br>
              <a:rPr dirty="0"/>
            </a:br>
            <a:r>
              <a:rPr dirty="0"/>
              <a:t>Chennai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18872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/>
              <a:t>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41732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rPr dirty="0"/>
              <a:t>Uses WhatsApp daily to share fuel bills, invoices, and work-related documents with officers.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18872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/>
              <a:t>USER QUOTE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41732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rPr dirty="0"/>
              <a:t>“I receive many images and videos every day. Unwanted downloads fill my storage and make it difficult to find important files.”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/>
              <a:t>GOALS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8892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rPr dirty="0"/>
              <a:t>• Control what media gets downloaded</a:t>
            </a:r>
            <a:br>
              <a:rPr dirty="0"/>
            </a:br>
            <a:r>
              <a:rPr dirty="0"/>
              <a:t>• Quickly access important work documents</a:t>
            </a:r>
            <a:br>
              <a:rPr dirty="0"/>
            </a:br>
            <a:r>
              <a:rPr dirty="0"/>
              <a:t>• Reduce time spent managing 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5603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/>
              <a:t>PAIN 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78892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rPr dirty="0"/>
              <a:t>• Automatic downloads consume storage</a:t>
            </a:r>
            <a:br>
              <a:rPr dirty="0"/>
            </a:br>
            <a:r>
              <a:rPr dirty="0"/>
              <a:t>• Important files get mixed with unwanted media</a:t>
            </a:r>
            <a:br>
              <a:rPr dirty="0"/>
            </a:br>
            <a:r>
              <a:rPr dirty="0"/>
              <a:t>• No chat-specific download preferences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5603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/>
              <a:t>SCENARIO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78892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rPr dirty="0"/>
              <a:t>During busy work hours, multiple groups send images and videos. She wants work documents to be available while avoiding unnecessary media downloads.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2976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dirty="0"/>
              <a:t>DESIGN IMPLICATION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526280"/>
            <a:ext cx="7315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rPr dirty="0"/>
              <a:t>Provide per-chat media download controls with separate preferences for photos, videos, audio, and documents.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147</Words>
  <Application>Microsoft Office PowerPoint</Application>
  <PresentationFormat>Custom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Nethaji R</cp:lastModifiedBy>
  <cp:revision>3</cp:revision>
  <dcterms:created xsi:type="dcterms:W3CDTF">2013-01-27T09:14:16Z</dcterms:created>
  <dcterms:modified xsi:type="dcterms:W3CDTF">2026-06-14T07:13:58Z</dcterms:modified>
  <cp:category/>
</cp:coreProperties>
</file>