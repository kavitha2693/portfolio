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1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User Persona – Arjun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/>
            </a:pPr>
            <a:r>
              <a:t>Smart Content Sorting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27 | Male</a:t>
            </a:r>
            <a:br/>
            <a:r>
              <a:t>Software Engineer</a:t>
            </a:r>
            <a:br/>
            <a:r>
              <a:t>Chennai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1887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173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Uses WhatsApp for professional discussions, project updates, and sharing technical documents with colleagues.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1887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USER QUOTE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4173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“I often remember receiving a file but spend a lot of time scrolling through chats to find it.”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• Quickly find shared files</a:t>
            </a:r>
            <a:br/>
            <a:r>
              <a:t>• Organize media, links, and documents efficiently</a:t>
            </a:r>
            <a:br/>
            <a:r>
              <a:t>• Save time while searching conversations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60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PAIN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8892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• Important documents get buried in chats</a:t>
            </a:r>
            <a:br/>
            <a:r>
              <a:t>• No sorting based on date, size, or file type</a:t>
            </a:r>
            <a:br/>
            <a:r>
              <a:t>• Manual searching takes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60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SCENARIO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78892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While preparing project updates, Arjun needs to find an old document shared months ago but struggles to locate it among hundreds of messages.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297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/>
            </a:pPr>
            <a:r>
              <a:t>DESIGN IMPLICATION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526280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t>Introduce smart sorting options for media, links, and documents based on date, name, and file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Nethaji R</cp:lastModifiedBy>
  <cp:revision>2</cp:revision>
  <dcterms:created xsi:type="dcterms:W3CDTF">2013-01-27T09:14:16Z</dcterms:created>
  <dcterms:modified xsi:type="dcterms:W3CDTF">2026-06-14T03:14:15Z</dcterms:modified>
  <cp:category/>
</cp:coreProperties>
</file>